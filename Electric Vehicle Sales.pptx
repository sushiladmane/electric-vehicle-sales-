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5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2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5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3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7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4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8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81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4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11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24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05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AC0829B-BDDB-4B44-9FCD-A17CC918E97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96832B3-30DE-492D-9B6A-91CF26F9E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5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A102-AFA2-238F-B015-251D2B8F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576873"/>
            <a:ext cx="8825658" cy="1852127"/>
          </a:xfrm>
        </p:spPr>
        <p:txBody>
          <a:bodyPr/>
          <a:lstStyle/>
          <a:p>
            <a:r>
              <a:rPr lang="en-US"/>
              <a:t>Electric Vehicle Sales Dashboard – India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3DDE37-9437-C21A-BA1F-3F4B691BD0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46246" y="4205104"/>
            <a:ext cx="32626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Prepared by: Admane Sushil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Tool: Microsoft Power BI</a:t>
            </a:r>
          </a:p>
        </p:txBody>
      </p:sp>
    </p:spTree>
    <p:extLst>
      <p:ext uri="{BB962C8B-B14F-4D97-AF65-F5344CB8AC3E}">
        <p14:creationId xmlns:p14="http://schemas.microsoft.com/office/powerpoint/2010/main" val="126456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C950-FDFC-ADE6-FDFE-6537E2A4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332042"/>
          </a:xfrm>
        </p:spPr>
        <p:txBody>
          <a:bodyPr/>
          <a:lstStyle/>
          <a:p>
            <a:r>
              <a:rPr lang="en-US"/>
              <a:t>Objective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8B5682-863C-0F39-B614-08A355F1E4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51306" y="2425987"/>
            <a:ext cx="45440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electric vehicle (EV) sales trends across India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top-performing states and vehicle segments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EV adoption growth over 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present insights through an interactive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75457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060E-F0FD-0A4C-BEF2-A90FF32F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921495"/>
          </a:xfrm>
        </p:spPr>
        <p:txBody>
          <a:bodyPr/>
          <a:lstStyle/>
          <a:p>
            <a:r>
              <a:rPr lang="en-US"/>
              <a:t>Dataset Description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9F2742-50C3-820B-FBC8-60AEE5172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389" y="2621723"/>
            <a:ext cx="442271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Month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Vehicle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Vehicle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Vehicle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EV Sales Quantity</a:t>
            </a:r>
          </a:p>
        </p:txBody>
      </p:sp>
    </p:spTree>
    <p:extLst>
      <p:ext uri="{BB962C8B-B14F-4D97-AF65-F5344CB8AC3E}">
        <p14:creationId xmlns:p14="http://schemas.microsoft.com/office/powerpoint/2010/main" val="250554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A04B-9591-D3E9-BCDD-E46D5353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 &amp; Modeling: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B7DBDE-491D-BE1A-8E69-ADFA1A85D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7829" y="3445218"/>
            <a:ext cx="73898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Removed missing and invalid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Created a Calendar (Date) table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Established relationships between Date &amp; Fact tables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Sorted months using Month Number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Ensured correct data types</a:t>
            </a:r>
          </a:p>
        </p:txBody>
      </p:sp>
    </p:spTree>
    <p:extLst>
      <p:ext uri="{BB962C8B-B14F-4D97-AF65-F5344CB8AC3E}">
        <p14:creationId xmlns:p14="http://schemas.microsoft.com/office/powerpoint/2010/main" val="288826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44A3C-97D0-9D21-098B-66A52A81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F732-194A-BEE7-5948-3E429AB8B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Total EV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Year-over-Year (YoY) Growth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Top Performing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Total States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Total Vehicle Types</a:t>
            </a:r>
          </a:p>
        </p:txBody>
      </p:sp>
    </p:spTree>
    <p:extLst>
      <p:ext uri="{BB962C8B-B14F-4D97-AF65-F5344CB8AC3E}">
        <p14:creationId xmlns:p14="http://schemas.microsoft.com/office/powerpoint/2010/main" val="88342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8DD7-0FB4-5627-8406-779D5411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58EC5-FAB7-851A-B546-DB8E8189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Monthly Trend Line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State-wise Sales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Top 10 States Bar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Vehicle Class &amp; Category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Interactive slicers (Year, Month, Vehicle Type)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6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84F5-7AD6-B2E3-0F81-17FA95FD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 Sales Trend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1F6092-DF91-584B-5187-3D9C5D09C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812" y="3092779"/>
            <a:ext cx="564588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Monthly sales trends highlight growth pattern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Consistent increase in EV adoption over 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YoY Growth % shows market expansion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7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A55F-84D9-1552-A6E1-EF5A37FF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Geographical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567805-FE18-756E-7311-B6A3610B2D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849985"/>
            <a:ext cx="576792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Map visual highlights EV adoption across states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Top 10 states identified based on sales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Regional demand patterns clearly visible</a:t>
            </a:r>
          </a:p>
        </p:txBody>
      </p:sp>
    </p:spTree>
    <p:extLst>
      <p:ext uri="{BB962C8B-B14F-4D97-AF65-F5344CB8AC3E}">
        <p14:creationId xmlns:p14="http://schemas.microsoft.com/office/powerpoint/2010/main" val="272590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A64A-1A32-EE38-9AEC-F254399C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Vehicle Class &amp; 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04FC2-FEFD-E78A-5D14-A1306B2AD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EV sales broken down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2-Wheelers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3-Wheelers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4-Wheelers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Commercial EVs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Donut &amp; bar charts show contribution share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7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A7A6-0187-2C0A-5FC3-51CC0F1D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Technologies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9E2E-B3A7-6B86-914C-EF24F41D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Microsoft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Data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Data Visualization &amp; Storytelling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60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F3E1-00DC-45CA-6F37-E8B58F7A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F8E922-1D06-D1F7-EFF8-163EF67BC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39" y="2603500"/>
            <a:ext cx="5999835" cy="3416300"/>
          </a:xfrm>
        </p:spPr>
      </p:pic>
    </p:spTree>
    <p:extLst>
      <p:ext uri="{BB962C8B-B14F-4D97-AF65-F5344CB8AC3E}">
        <p14:creationId xmlns:p14="http://schemas.microsoft.com/office/powerpoint/2010/main" val="3349430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8834-7966-A821-51B3-F043AE42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1C48-CC87-EA7A-3B6A-E1C2EEFD4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Built an end-to-end EV sales analytics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Converted raw data into actionable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Designed a professional, interactive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Demonstrates strong BI and analytical skills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88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271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Ion Boardroom</vt:lpstr>
      <vt:lpstr>Electric Vehicle Sales Dashboard – India</vt:lpstr>
      <vt:lpstr>Objective :</vt:lpstr>
      <vt:lpstr>Dataset Description :</vt:lpstr>
      <vt:lpstr>Data Cleaning &amp; Modeling:</vt:lpstr>
      <vt:lpstr>Key Performance Indicators</vt:lpstr>
      <vt:lpstr>Dashboard Components</vt:lpstr>
      <vt:lpstr>EV Sales Trend Analysis</vt:lpstr>
      <vt:lpstr>Geographical Insights</vt:lpstr>
      <vt:lpstr>Vehicle Class &amp; Category Analysis</vt:lpstr>
      <vt:lpstr>Technologies Applied</vt:lpstr>
      <vt:lpstr>Dashboard: </vt:lpstr>
      <vt:lpstr>Project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admane</dc:creator>
  <cp:lastModifiedBy>sushil admane</cp:lastModifiedBy>
  <cp:revision>1</cp:revision>
  <dcterms:created xsi:type="dcterms:W3CDTF">2025-12-16T06:48:23Z</dcterms:created>
  <dcterms:modified xsi:type="dcterms:W3CDTF">2025-12-16T07:03:43Z</dcterms:modified>
</cp:coreProperties>
</file>